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2" r:id="rId4"/>
    <p:sldId id="259" r:id="rId5"/>
    <p:sldId id="258" r:id="rId6"/>
    <p:sldId id="260" r:id="rId7"/>
    <p:sldId id="270" r:id="rId8"/>
    <p:sldId id="264" r:id="rId9"/>
    <p:sldId id="274" r:id="rId10"/>
    <p:sldId id="272" r:id="rId11"/>
    <p:sldId id="263" r:id="rId12"/>
    <p:sldId id="266" r:id="rId13"/>
    <p:sldId id="265" r:id="rId14"/>
    <p:sldId id="271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7"/>
    <p:restoredTop sz="94651"/>
  </p:normalViewPr>
  <p:slideViewPr>
    <p:cSldViewPr snapToGrid="0" showGuides="1">
      <p:cViewPr>
        <p:scale>
          <a:sx n="400" d="100"/>
          <a:sy n="400" d="100"/>
        </p:scale>
        <p:origin x="-17536" y="-6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65A0-5A16-AD00-DA82-0A87F6FE3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EA46B-D252-E00C-6030-ED7667F9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CA8D-8C1D-7AB3-9345-9DC45C81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EDB31-F1D2-739E-57A8-5D62AF6D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B84A-C940-97C5-2015-4AEB5324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4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64E1-F540-FC93-6FBF-D2A47EFD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3B4B5-AAE0-62AD-E70E-4C0A435D2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0791D-7EC5-558A-AD4C-6F4ED95F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DA597-22EC-E18D-9B7F-4D158FFB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54789-3372-73C8-D33C-EC782007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9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5C4D-5D50-7A04-DC3A-EFD1F884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E4F7-D304-0DAC-2963-BBF48A303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FC9A5-D4E0-D777-D6DE-1A5C986A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A12B-A1CC-A66E-529E-251A8D01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C8225-B349-C71A-8C39-14870375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97BC-EB6B-9ACE-FB7D-568290B1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933AD-7A37-3DB0-D6FE-6FE951414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3E6DE-D48D-D769-7C4E-7F8E67451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D753B-0BAB-01BC-4664-53852985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5A6F7-A1D1-7668-4051-D00CE256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5B052-CAFC-1B31-1596-5027D4B8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3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80C0-29C3-5FF8-806A-60033586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8F71D-65BD-F1BA-077C-9A77AC4BD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B597C-D56A-A9E1-44B2-498E34050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99814-B14E-609A-F176-6B6B777D7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B7957-5CA2-B6D4-D565-5F946803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0DBEA-037E-64A1-50D8-2416A7C9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315F1-0D79-C1DF-B6EC-F71FC0B4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E17C0-31DB-7AF2-21F3-5776E0EC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1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5404-B2AA-4376-128C-D6D4EB6B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154AA-77E2-DA38-CE63-900B35A0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DA161-C2CE-074D-FB51-C6809F60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1C374-80CB-4380-735B-262387C4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3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DC712-D12A-9231-9B90-69023572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413DE-B59D-E4CA-CC4A-77C038B6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3C633-E9BC-3188-7BBF-79E47797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1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E494-6850-BFF7-DD53-A28D66D6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EE799-DAA7-0BF5-1A37-A03960A2C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1992-153F-1371-6F83-94D1B9599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D870C-69BD-B1EA-840A-F1CE1789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1E0D-1289-50DA-B270-84CCE7D2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155A4-51B9-B655-44ED-AA055282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8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CA0A-32E6-BA75-72D6-99F8742D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BA75B-CED1-2D5B-37F6-7A6D0F403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CC101-F402-6F74-D76D-457069A55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DA586-CFBB-43D3-E198-725C3E81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6AFD5-750B-E4A1-8D38-D1FAFFC7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58FA7-3C43-53DA-06E9-00AEE45F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9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A617-9A90-2953-A274-09527120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42329-32B4-FCC5-F41C-423A51F8E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7A000-93EA-5ABE-E69D-91AEF0C1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0014F-ECF1-6D0E-6C1B-436BEDCC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EAE8-0164-63C3-8B32-1C5D9F8C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3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2A0F3-56F8-DB69-9E8F-23CF153677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C97FF-DD21-3B61-FED4-74F3E8FB8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B476C-1B2A-ADC3-F1E5-3D2AA0C3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0192-31B3-E811-14FF-262F781A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7D7C-2CB7-82ED-9903-19679B8F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8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3493E-A83E-C521-B4B3-D20543E5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BA077-287B-5149-4801-5FACD0FDB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5F331-F630-926D-65E3-BA569CAA9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FE639-0EE8-C34C-97E2-47171BFAF58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8703-0E73-58DF-F82C-7642B5F2A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B49C-7856-FC73-D9A7-C40DFFE1F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5A707-FADC-0747-AD10-79542633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D6A835-AA52-0CB2-C489-7490C545D78C}"/>
              </a:ext>
            </a:extLst>
          </p:cNvPr>
          <p:cNvSpPr/>
          <p:nvPr/>
        </p:nvSpPr>
        <p:spPr>
          <a:xfrm>
            <a:off x="0" y="0"/>
            <a:ext cx="12192000" cy="16844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B740A47-44CD-2DB4-A95A-9D0C4C62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18619"/>
            <a:ext cx="12192000" cy="310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44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64FF-DBDB-044C-7FB5-BD1E8CF1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66F2-17BC-4567-F899-37CA71711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AA10DF-66BD-5CF4-4C35-AFAA2921E1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6000" b="1" dirty="0"/>
              <a:t>REGRESSIONS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27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9C13-B6F2-D3DB-9455-171B818D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CD966-31E5-6ED9-F978-ED8D26E9CBBF}"/>
              </a:ext>
            </a:extLst>
          </p:cNvPr>
          <p:cNvSpPr/>
          <p:nvPr/>
        </p:nvSpPr>
        <p:spPr>
          <a:xfrm>
            <a:off x="0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1375B-FD1A-37E0-E0B3-D7D9564108EE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85598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F17F4E-2AFC-A123-8D2D-EAE89945C35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/>
              <a:t>PPT-CRU_LT</a:t>
            </a:r>
            <a:endParaRPr lang="en-US" sz="32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C1116B4-531F-7327-B1FB-4E3EE3AD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CE9417-6714-8E74-ED04-4FF586143DCA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916BE-913D-3FA8-9961-FA7A6FD20EF3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864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21B67AC-F6A0-6B99-0058-49BD168B7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93D53A-81C1-4A3A-041E-C3B3794CFE3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PDSI_LT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4B51E-1238-5976-25EE-1821E8141B47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2EDDE2-264C-8D7F-EE6E-6DD0A73738CA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2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6AD564-896D-8A8E-D670-A727E4854D70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TMP_LT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00FC489-27AB-7B52-6495-D2C2D2A2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B62DBE-13F1-30C9-62E1-83999EC40D4F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5C75B-02A5-3A0A-A448-2E81F3A1332B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997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0046-44E9-AC85-AADD-30D572B8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0AFCD1-2AEB-D7FF-68BA-DD0D769214A8}"/>
              </a:ext>
            </a:extLst>
          </p:cNvPr>
          <p:cNvSpPr/>
          <p:nvPr/>
        </p:nvSpPr>
        <p:spPr>
          <a:xfrm>
            <a:off x="11367243" y="0"/>
            <a:ext cx="8247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ALL_LT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7D06BF65-AB73-E93C-2E8B-823864BAF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279909"/>
            <a:ext cx="9733023" cy="629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4EE44E-8A48-87DC-070C-C0F8B474E454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12F45-09F0-CC32-8837-EA6BEBF6D16D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2531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2AAD-2F2D-7172-43ED-104D72AE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CA4C5-B7C7-FDDC-699D-544FA3CD59E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TOP 15% AGRREEMNT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2747098-9C3A-FAE0-79E8-F8C4128B2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0"/>
            <a:ext cx="619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575583-7E08-6B17-8D63-28425ED1DCCA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9D069-6240-A2DC-08BD-29A9A70F891E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563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A929-B290-A973-CCC7-764B78DF2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7C5377-0CB9-F662-CFD9-BE84313E7915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/>
              <a:t>TOP 15% AGRREEMNT</a:t>
            </a:r>
            <a:endParaRPr lang="en-US" sz="3200" b="1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63DAE48-5A0F-DE14-FAD1-EF28C7107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0"/>
            <a:ext cx="619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E747E7-B28B-1330-3A70-5643305FA2D7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2D100-C7E9-6CF3-A0F1-DB7118289126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944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C08C-E543-E0D5-22FD-A59FA8C7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5549F-F921-9E5D-695D-82FAEE11538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PPT_CRU_ST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F550E26-3C96-DD71-3273-D8AD432A0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89A462-402E-0070-3FFE-6F5AE6F7A538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3DA5D-0ECD-8CDD-2651-517501E7FAEA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758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308F-FE84-14BA-A20F-F70C11D7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6BFB56-D87E-4E40-9EDE-0A78768F96EC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PDSI_ST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FC116F12-0DA5-7D83-0AC0-343985D50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B7F58C-E244-BE85-0859-90E1886A49B8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5ECED-BD6A-7A41-8C30-09579C791ACD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474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C9B8-596D-F531-99E2-898307E4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00771D-B7FB-2FB8-0E89-F39C3AB4C0CC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SM_ST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68AC59E-167A-C3D1-BC3B-0DD7D8ABB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6AB987-AD2C-36FD-C200-C40109D77B3F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3EB0DD-92C4-8403-1C46-E942ADA1D1C2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747AF-FEB7-3974-7F75-FD14DCC8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BA3925-B5A3-CEFE-080D-BA499873998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TMP_ST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FF99BFA-1AC8-A6EC-9D79-CD353BC0F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178470-B308-A8D0-B177-45D49D89DFE5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1870E-46A7-7FC4-BB0C-DA39F84D4046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002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E5B4-96BE-2C3E-C365-050F7716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205645-85ED-43DD-23D2-ACE0E57165C0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ALL_ST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B608E4-27D8-7C16-A4A8-8837F3BF9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471" y="0"/>
            <a:ext cx="7659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AA05C8-BBE3-0122-B562-0E0614328B29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28CE6-642A-7794-B1E1-C4DE59609A60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6621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804F-86DD-2C1A-E59B-152CEC61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D9AE7-338B-0E51-3F02-1B5752BC614A}"/>
              </a:ext>
            </a:extLst>
          </p:cNvPr>
          <p:cNvSpPr/>
          <p:nvPr/>
        </p:nvSpPr>
        <p:spPr>
          <a:xfrm>
            <a:off x="0" y="0"/>
            <a:ext cx="12192000" cy="16844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7E6F482-FEBD-1987-737C-F2B241B85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18619"/>
            <a:ext cx="12192000" cy="310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40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4DFA-039D-0F9D-AE56-98D1B790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A26D-C49A-EB27-8AFC-FB505D9BB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ACDAB3-67E0-C5CE-81D3-A6EC3D41CD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6000" b="1" dirty="0"/>
              <a:t>REGRESSIONS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58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10793-4932-93FA-EBAA-F0A6896D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9A0A3B-4EE0-9FB8-394F-EF1B71A23580}"/>
              </a:ext>
            </a:extLst>
          </p:cNvPr>
          <p:cNvSpPr/>
          <p:nvPr/>
        </p:nvSpPr>
        <p:spPr>
          <a:xfrm>
            <a:off x="0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F1AF2-AB54-F65C-8742-E275D89E4E39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49814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116B-95B4-E887-B086-86620B3B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904C7B-5F0F-BDBF-49C6-0059FA387F67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/>
              <a:t>PPT-CRU_LT</a:t>
            </a:r>
            <a:endParaRPr lang="en-US" sz="32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B9A02B1-7A2D-F7E7-52F8-78FC11606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BED20F-7070-D377-2587-FB719BB8B8F4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8C471-A1AC-13A0-E2CF-03F8BFE77B0A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03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596A4-C10A-8BFF-C6F4-9C77216A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ADE8162-8893-9E66-1BAF-B753B9B47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BC4D12-DB93-BAB1-ACA5-BE3854D48425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PDSI_LT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19C0D-4CAE-1284-13D0-3F997EB2B464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E5FE6-E0B8-5F02-6ED3-8F32A07ED3AC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283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D99E-6844-44B9-F738-729FAA6C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10CBFB-CC88-8836-B6CC-C93DC43334DB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TMP_LT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329F528-7426-189C-DEF9-F9C8A8E3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0"/>
            <a:ext cx="9534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B4BAD9-953A-3B7B-EC95-3E65D471DA3C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F49E1-D645-2330-0F9F-5A09E0950AD6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2707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FA68-14AB-F619-5F1D-2C69AA6D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76A8-5681-CC84-4D56-BA6401E287DE}"/>
              </a:ext>
            </a:extLst>
          </p:cNvPr>
          <p:cNvSpPr/>
          <p:nvPr/>
        </p:nvSpPr>
        <p:spPr>
          <a:xfrm>
            <a:off x="11367243" y="0"/>
            <a:ext cx="8247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ALL_LT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7BFDB08A-6866-0309-9B94-A3F680C68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052" y="279909"/>
            <a:ext cx="9733023" cy="629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B1D137-8670-D00F-4A25-A816E5FA7588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EDB07-1CAD-4763-E46A-E9E8C428806A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7198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8202-D004-3604-443C-1B129F51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217A46-4404-BB5A-B4C0-F647153CAE25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TOP 15% AGRREEMNT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E9D9F04-89DD-EFE8-874B-1181D57CA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0"/>
            <a:ext cx="619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835CC4-6B1D-83F3-4D5D-7491D90C4E56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7CC5C-96C8-432C-F461-7460F1E7FD5F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4130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F52A-275C-4B51-4A57-A10038F2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5E48F9-7D7E-C639-B588-4CD27D7C02D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/>
              <a:t>TOP 15% AGRREEMNT</a:t>
            </a:r>
            <a:endParaRPr lang="en-US" sz="3200" b="1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4C5367A1-3B31-2149-C284-3CA724799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0"/>
            <a:ext cx="619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01AAF6-C6A2-6C3D-4160-7739600FC7FD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16026-4466-FDC4-9C57-5D39AA8412DE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661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4ABD-F2A0-4076-9F69-BA53BAD5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E6FF6-EF7F-3D87-2A24-DB147F0646A4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PPT_CRU_ST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4065E77-8D89-82C4-72D3-BBB7965D9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E59D6D-FEB4-7EE5-28EF-D5FE5D87108A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FC7A5B-4CE0-78E3-1C5B-6A12A61A0B06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4866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6F50-CC49-D59B-0F3C-F7B63CD8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F8E54-64F9-4959-B681-FC7FF32CB50A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PDSI_ST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0889C0A-AAF2-DAE9-DFFB-BBD0CDBC4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382205-FC65-7B40-976A-DE7F9269267B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21436-B6DE-D8B5-7DD4-B2D27A526D5C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0073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4474-DF19-784B-BDA3-C6991BBA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36B1B-7826-B19F-3958-830699F4EB8E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SM_ST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9BDD84-6604-7111-6A77-7A78F7FB6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B3D22A-455A-00D1-63BC-CD511C446F34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35585-F3AE-0038-583D-2BDB68BCEAC7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1246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303B-D947-F7F6-DED1-F3CFD6CA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C83975-5CF9-ABDB-06AF-D3DD75FBC1CF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TMP_ST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F1ECCF2-EAB0-A9CA-26E3-D27DA2E1E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77" y="0"/>
            <a:ext cx="865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404E39-B852-63C9-C0ED-F78B69B159DC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D753C-B91C-36C4-4431-E5B848DDA96A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2325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5291-FB95-EC8E-F925-4C509D95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B1CAC0-6EEC-CBB9-8638-AB1DD69B9523}"/>
              </a:ext>
            </a:extLst>
          </p:cNvPr>
          <p:cNvSpPr/>
          <p:nvPr/>
        </p:nvSpPr>
        <p:spPr>
          <a:xfrm>
            <a:off x="11196577" y="0"/>
            <a:ext cx="99542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3200" b="1" dirty="0"/>
              <a:t>ALL_ST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799A0C-152E-66AA-5DF5-658FE5A1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471" y="0"/>
            <a:ext cx="7659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0F3AAB-E420-463A-59A9-E70BF432E579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F8AEE9-BC69-25D5-431D-EFE6ABE95646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893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91785E-A249-D78E-418F-13BE45D2F160}"/>
              </a:ext>
            </a:extLst>
          </p:cNvPr>
          <p:cNvSpPr/>
          <p:nvPr/>
        </p:nvSpPr>
        <p:spPr>
          <a:xfrm>
            <a:off x="0" y="0"/>
            <a:ext cx="6666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ENSO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2C52E-7735-EFC7-0802-FF1A7513AB9F}"/>
              </a:ext>
            </a:extLst>
          </p:cNvPr>
          <p:cNvSpPr/>
          <p:nvPr/>
        </p:nvSpPr>
        <p:spPr>
          <a:xfrm>
            <a:off x="662108" y="0"/>
            <a:ext cx="66662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6000" b="1" dirty="0"/>
              <a:t>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689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3844</TotalTime>
  <Words>130</Words>
  <Application>Microsoft Macintosh PowerPoint</Application>
  <PresentationFormat>Widescreen</PresentationFormat>
  <Paragraphs>78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ENSO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Aandishah Samara</dc:creator>
  <cp:lastModifiedBy>Aandishah Samara</cp:lastModifiedBy>
  <cp:revision>7</cp:revision>
  <dcterms:created xsi:type="dcterms:W3CDTF">2026-07-09T15:39:01Z</dcterms:created>
  <dcterms:modified xsi:type="dcterms:W3CDTF">2026-07-15T15:40:53Z</dcterms:modified>
</cp:coreProperties>
</file>